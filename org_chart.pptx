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97196" y="548640"/>
            <a:ext cx="2194560" cy="1097280"/>
          </a:xfrm>
          <a:prstGeom prst="roundRect">
            <a:avLst/>
          </a:prstGeom>
          <a:noFill/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97196" y="548640"/>
            <a:ext cx="2194560" cy="365759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Alex Tan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997196" y="914400"/>
            <a:ext cx="2194560" cy="365759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Executive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997196" y="1280160"/>
            <a:ext cx="2194560" cy="365759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Chief Executive Officer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7035" y="2011680"/>
            <a:ext cx="2194560" cy="1097280"/>
          </a:xfrm>
          <a:prstGeom prst="roundRect">
            <a:avLst/>
          </a:prstGeom>
          <a:noFill/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17035" y="2011680"/>
            <a:ext cx="2194560" cy="365759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Mei Chen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717035" y="2377440"/>
            <a:ext cx="2194560" cy="365759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717035" y="2743200"/>
            <a:ext cx="2194560" cy="365759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Chief Technology Officer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7355" y="2011680"/>
            <a:ext cx="2194560" cy="1097280"/>
          </a:xfrm>
          <a:prstGeom prst="roundRect">
            <a:avLst/>
          </a:prstGeom>
          <a:noFill/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7355" y="2011680"/>
            <a:ext cx="2194560" cy="365759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Ravi Kumar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7355" y="2377440"/>
            <a:ext cx="2194560" cy="365759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Finance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7355" y="2743200"/>
            <a:ext cx="2194560" cy="365759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Chief Financial Officer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-1403603" y="3474720"/>
            <a:ext cx="2194560" cy="1097280"/>
          </a:xfrm>
          <a:prstGeom prst="roundRect">
            <a:avLst/>
          </a:prstGeom>
          <a:noFill/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-1403603" y="3474720"/>
            <a:ext cx="2194560" cy="365759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Iris Lim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-1403603" y="3840480"/>
            <a:ext cx="2194560" cy="365759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Platform 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-1403603" y="4206240"/>
            <a:ext cx="2194560" cy="365759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Engineering Manager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6716" y="3474720"/>
            <a:ext cx="2194560" cy="1097280"/>
          </a:xfrm>
          <a:prstGeom prst="roundRect">
            <a:avLst/>
          </a:prstGeom>
          <a:noFill/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56716" y="3474720"/>
            <a:ext cx="2194560" cy="365759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Ken Wong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6716" y="3840480"/>
            <a:ext cx="2194560" cy="365759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Data Engineering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56716" y="4206240"/>
            <a:ext cx="2194560" cy="365759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Engineering Manager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17036" y="3474720"/>
            <a:ext cx="2194560" cy="1097280"/>
          </a:xfrm>
          <a:prstGeom prst="roundRect">
            <a:avLst/>
          </a:prstGeom>
          <a:noFill/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17036" y="3474720"/>
            <a:ext cx="2194560" cy="365759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Iris Lee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17036" y="3840480"/>
            <a:ext cx="2194560" cy="365759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Platform Engineering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17036" y="4206240"/>
            <a:ext cx="2194560" cy="365759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Engineering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7355" y="3474720"/>
            <a:ext cx="2194560" cy="1097280"/>
          </a:xfrm>
          <a:prstGeom prst="roundRect">
            <a:avLst/>
          </a:prstGeom>
          <a:noFill/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7355" y="3474720"/>
            <a:ext cx="2194560" cy="365759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Kenny Kong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77355" y="3840480"/>
            <a:ext cx="2194560" cy="365759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Data Engineering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7355" y="4206240"/>
            <a:ext cx="2194560" cy="365759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Engineering Manager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37676" y="3474720"/>
            <a:ext cx="2194560" cy="1097280"/>
          </a:xfrm>
          <a:prstGeom prst="roundRect">
            <a:avLst/>
          </a:prstGeom>
          <a:noFill/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37676" y="3474720"/>
            <a:ext cx="2194560" cy="365759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Iris Lee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37676" y="3840480"/>
            <a:ext cx="2194560" cy="365759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Platform Engineering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37676" y="4206240"/>
            <a:ext cx="2194560" cy="365759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Engineering Manager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397996" y="3474720"/>
            <a:ext cx="2194560" cy="1097280"/>
          </a:xfrm>
          <a:prstGeom prst="roundRect">
            <a:avLst/>
          </a:prstGeom>
          <a:noFill/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397996" y="3474720"/>
            <a:ext cx="2194560" cy="365759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Kenny Kong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397996" y="3840480"/>
            <a:ext cx="2194560" cy="365759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Data Engineering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397996" y="4206240"/>
            <a:ext cx="2194560" cy="365759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FFFFFF"/>
                </a:solidFill>
              </a:rPr>
              <a:t>Engineering Manager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4814315" y="1645920"/>
            <a:ext cx="1280161" cy="36576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94476" y="1645920"/>
            <a:ext cx="1280159" cy="36576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-306323" y="3108960"/>
            <a:ext cx="5120638" cy="36576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253996" y="3108960"/>
            <a:ext cx="2560319" cy="36576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814315" y="3108960"/>
            <a:ext cx="1" cy="36576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814315" y="3108960"/>
            <a:ext cx="2560320" cy="36576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814315" y="3108960"/>
            <a:ext cx="5120641" cy="36576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814315" y="3108960"/>
            <a:ext cx="7680961" cy="36576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