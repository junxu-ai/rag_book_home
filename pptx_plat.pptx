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88636" y="457200"/>
            <a:ext cx="2011680" cy="777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78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E2328"/>
                </a:solidFill>
              </a:rPr>
              <a:t>Alex Tan</a:t>
            </a:r>
          </a:p>
          <a:p>
            <a:r>
              <a:rPr sz="1100" b="0">
                <a:solidFill>
                  <a:srgbClr val="1E2328"/>
                </a:solidFill>
              </a:rPr>
              <a:t>CEO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9543" y="1554480"/>
            <a:ext cx="2011680" cy="777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78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E2328"/>
                </a:solidFill>
              </a:rPr>
              <a:t>Mei Chen</a:t>
            </a:r>
          </a:p>
          <a:p>
            <a:r>
              <a:rPr sz="1100" b="0">
                <a:solidFill>
                  <a:srgbClr val="1E2328"/>
                </a:solidFill>
              </a:rPr>
              <a:t>CTO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30451" y="2651760"/>
            <a:ext cx="2011680" cy="777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78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E2328"/>
                </a:solidFill>
              </a:rPr>
              <a:t>Iris Lim</a:t>
            </a:r>
          </a:p>
          <a:p>
            <a:r>
              <a:rPr sz="1100" b="0">
                <a:solidFill>
                  <a:srgbClr val="1E2328"/>
                </a:solidFill>
              </a:rPr>
              <a:t>Engineering Manager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8636" y="2651760"/>
            <a:ext cx="2011680" cy="777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78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E2328"/>
                </a:solidFill>
              </a:rPr>
              <a:t>Ken Wong</a:t>
            </a:r>
          </a:p>
          <a:p>
            <a:r>
              <a:rPr sz="1100" b="0">
                <a:solidFill>
                  <a:srgbClr val="1E2328"/>
                </a:solidFill>
              </a:rPr>
              <a:t>Engineering Manager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46819" y="1554480"/>
            <a:ext cx="2011680" cy="777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78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E2328"/>
                </a:solidFill>
              </a:rPr>
              <a:t>Ravi Kumar</a:t>
            </a:r>
          </a:p>
          <a:p>
            <a:r>
              <a:rPr sz="1100" b="0">
                <a:solidFill>
                  <a:srgbClr val="1E2328"/>
                </a:solidFill>
              </a:rPr>
              <a:t>CFO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4215383" y="1234440"/>
            <a:ext cx="1879093" cy="320040"/>
          </a:xfrm>
          <a:prstGeom prst="line">
            <a:avLst/>
          </a:prstGeom>
          <a:ln w="12700">
            <a:solidFill>
              <a:srgbClr val="7882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336291" y="2331720"/>
            <a:ext cx="1879092" cy="320040"/>
          </a:xfrm>
          <a:prstGeom prst="line">
            <a:avLst/>
          </a:prstGeom>
          <a:ln w="12700">
            <a:solidFill>
              <a:srgbClr val="7882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15383" y="2331720"/>
            <a:ext cx="1879093" cy="320040"/>
          </a:xfrm>
          <a:prstGeom prst="line">
            <a:avLst/>
          </a:prstGeom>
          <a:ln w="12700">
            <a:solidFill>
              <a:srgbClr val="7882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4476" y="1234440"/>
            <a:ext cx="3758183" cy="320040"/>
          </a:xfrm>
          <a:prstGeom prst="line">
            <a:avLst/>
          </a:prstGeom>
          <a:ln w="12700">
            <a:solidFill>
              <a:srgbClr val="7882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