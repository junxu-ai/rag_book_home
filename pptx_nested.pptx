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88636" y="45720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Alex Tan</a:t>
            </a:r>
          </a:p>
          <a:p>
            <a:r>
              <a:rPr sz="1100" b="0">
                <a:solidFill>
                  <a:srgbClr val="1E2328"/>
                </a:solidFill>
              </a:rPr>
              <a:t>CEO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69998" y="155448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Mei Chen</a:t>
            </a:r>
          </a:p>
          <a:p>
            <a:r>
              <a:rPr sz="1100" b="0">
                <a:solidFill>
                  <a:srgbClr val="1E2328"/>
                </a:solidFill>
              </a:rPr>
              <a:t>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69998" y="265176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Iris Lim</a:t>
            </a:r>
          </a:p>
          <a:p>
            <a:r>
              <a:rPr sz="1100" b="0">
                <a:solidFill>
                  <a:srgbClr val="1E2328"/>
                </a:solidFill>
              </a:rPr>
              <a:t>Eng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7274" y="1554480"/>
            <a:ext cx="2011680" cy="7772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788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E2328"/>
                </a:solidFill>
              </a:rPr>
              <a:t>Ravi Kumar</a:t>
            </a:r>
          </a:p>
          <a:p>
            <a:r>
              <a:rPr sz="1100" b="0">
                <a:solidFill>
                  <a:srgbClr val="1E2328"/>
                </a:solidFill>
              </a:rPr>
              <a:t>CFO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275838" y="1234440"/>
            <a:ext cx="2818638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75838" y="2331720"/>
            <a:ext cx="0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4476" y="1234440"/>
            <a:ext cx="2818638" cy="320040"/>
          </a:xfrm>
          <a:prstGeom prst="line">
            <a:avLst/>
          </a:prstGeom>
          <a:ln w="12700">
            <a:solidFill>
              <a:srgbClr val="7882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