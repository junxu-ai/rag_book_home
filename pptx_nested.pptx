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448556" y="457200"/>
            <a:ext cx="1119225" cy="822960"/>
          </a:xfrm>
          <a:prstGeom prst="rect">
            <a:avLst/>
          </a:prstGeom>
          <a:solidFill>
            <a:srgbClr val="D2E1F5"/>
          </a:solidFill>
          <a:ln w="9525">
            <a:solidFill>
              <a:srgbClr val="7882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E1E1E"/>
                </a:solidFill>
              </a:rPr>
              <a:t>Alex Tan</a:t>
            </a:r>
          </a:p>
        </p:txBody>
      </p:sp>
      <p:sp>
        <p:nvSpPr>
          <p:cNvPr id="3" name="Rectangle 2"/>
          <p:cNvSpPr/>
          <p:nvPr/>
        </p:nvSpPr>
        <p:spPr>
          <a:xfrm>
            <a:off x="5567781" y="457200"/>
            <a:ext cx="1086307" cy="822960"/>
          </a:xfrm>
          <a:prstGeom prst="rect">
            <a:avLst/>
          </a:prstGeom>
          <a:solidFill>
            <a:srgbClr val="EBEBEB"/>
          </a:solidFill>
          <a:ln w="9525">
            <a:solidFill>
              <a:srgbClr val="7882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1E1E1E"/>
                </a:solidFill>
              </a:rPr>
              <a:t/>
            </a:r>
          </a:p>
        </p:txBody>
      </p:sp>
      <p:sp>
        <p:nvSpPr>
          <p:cNvPr id="4" name="Rectangle 3"/>
          <p:cNvSpPr/>
          <p:nvPr/>
        </p:nvSpPr>
        <p:spPr>
          <a:xfrm>
            <a:off x="6654088" y="457200"/>
            <a:ext cx="1086307" cy="822960"/>
          </a:xfrm>
          <a:prstGeom prst="rect">
            <a:avLst/>
          </a:prstGeom>
          <a:solidFill>
            <a:srgbClr val="F5F0DC"/>
          </a:solidFill>
          <a:ln w="9525">
            <a:solidFill>
              <a:srgbClr val="7882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1E1E1E"/>
                </a:solidFill>
              </a:rPr>
              <a:t>CEO</a:t>
            </a:r>
          </a:p>
        </p:txBody>
      </p:sp>
      <p:sp>
        <p:nvSpPr>
          <p:cNvPr id="5" name="Rectangle 4"/>
          <p:cNvSpPr/>
          <p:nvPr/>
        </p:nvSpPr>
        <p:spPr>
          <a:xfrm>
            <a:off x="2665476" y="1645920"/>
            <a:ext cx="1119225" cy="822960"/>
          </a:xfrm>
          <a:prstGeom prst="rect">
            <a:avLst/>
          </a:prstGeom>
          <a:solidFill>
            <a:srgbClr val="D2E1F5"/>
          </a:solidFill>
          <a:ln w="9525">
            <a:solidFill>
              <a:srgbClr val="7882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E1E1E"/>
                </a:solidFill>
              </a:rPr>
              <a:t>Mei Chen</a:t>
            </a:r>
          </a:p>
        </p:txBody>
      </p:sp>
      <p:sp>
        <p:nvSpPr>
          <p:cNvPr id="6" name="Rectangle 5"/>
          <p:cNvSpPr/>
          <p:nvPr/>
        </p:nvSpPr>
        <p:spPr>
          <a:xfrm>
            <a:off x="3784701" y="1645920"/>
            <a:ext cx="1086307" cy="822960"/>
          </a:xfrm>
          <a:prstGeom prst="rect">
            <a:avLst/>
          </a:prstGeom>
          <a:solidFill>
            <a:srgbClr val="EBEBEB"/>
          </a:solidFill>
          <a:ln w="9525">
            <a:solidFill>
              <a:srgbClr val="7882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1E1E1E"/>
                </a:solidFill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4871008" y="1645920"/>
            <a:ext cx="1086307" cy="822960"/>
          </a:xfrm>
          <a:prstGeom prst="rect">
            <a:avLst/>
          </a:prstGeom>
          <a:solidFill>
            <a:srgbClr val="F5F0DC"/>
          </a:solidFill>
          <a:ln w="9525">
            <a:solidFill>
              <a:srgbClr val="7882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1E1E1E"/>
                </a:solidFill>
              </a:rPr>
              <a:t>CTO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199" y="2834640"/>
            <a:ext cx="1119225" cy="822960"/>
          </a:xfrm>
          <a:prstGeom prst="rect">
            <a:avLst/>
          </a:prstGeom>
          <a:solidFill>
            <a:srgbClr val="D2E1F5"/>
          </a:solidFill>
          <a:ln w="9525">
            <a:solidFill>
              <a:srgbClr val="7882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E1E1E"/>
                </a:solidFill>
              </a:rPr>
              <a:t>Iris Lim</a:t>
            </a:r>
          </a:p>
        </p:txBody>
      </p:sp>
      <p:sp>
        <p:nvSpPr>
          <p:cNvPr id="9" name="Rectangle 8"/>
          <p:cNvSpPr/>
          <p:nvPr/>
        </p:nvSpPr>
        <p:spPr>
          <a:xfrm>
            <a:off x="1576425" y="2834640"/>
            <a:ext cx="1086307" cy="822960"/>
          </a:xfrm>
          <a:prstGeom prst="rect">
            <a:avLst/>
          </a:prstGeom>
          <a:solidFill>
            <a:srgbClr val="EBEBEB"/>
          </a:solidFill>
          <a:ln w="9525">
            <a:solidFill>
              <a:srgbClr val="7882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1E1E1E"/>
                </a:solidFill>
              </a:rPr>
              <a:t/>
            </a:r>
          </a:p>
        </p:txBody>
      </p:sp>
      <p:sp>
        <p:nvSpPr>
          <p:cNvPr id="10" name="Rectangle 9"/>
          <p:cNvSpPr/>
          <p:nvPr/>
        </p:nvSpPr>
        <p:spPr>
          <a:xfrm>
            <a:off x="2662732" y="2834640"/>
            <a:ext cx="1086307" cy="822960"/>
          </a:xfrm>
          <a:prstGeom prst="rect">
            <a:avLst/>
          </a:prstGeom>
          <a:solidFill>
            <a:srgbClr val="F5F0DC"/>
          </a:solidFill>
          <a:ln w="9525">
            <a:solidFill>
              <a:srgbClr val="7882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1E1E1E"/>
                </a:solidFill>
              </a:rPr>
              <a:t>Eng Manager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1636" y="1645920"/>
            <a:ext cx="1119225" cy="822960"/>
          </a:xfrm>
          <a:prstGeom prst="rect">
            <a:avLst/>
          </a:prstGeom>
          <a:solidFill>
            <a:srgbClr val="D2E1F5"/>
          </a:solidFill>
          <a:ln w="9525">
            <a:solidFill>
              <a:srgbClr val="7882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E1E1E"/>
                </a:solidFill>
              </a:rPr>
              <a:t>Ravi Kumar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50861" y="1645920"/>
            <a:ext cx="1086307" cy="822960"/>
          </a:xfrm>
          <a:prstGeom prst="rect">
            <a:avLst/>
          </a:prstGeom>
          <a:solidFill>
            <a:srgbClr val="EBEBEB"/>
          </a:solidFill>
          <a:ln w="9525">
            <a:solidFill>
              <a:srgbClr val="7882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1E1E1E"/>
                </a:solidFill>
              </a:rPr>
              <a:t/>
            </a:r>
          </a:p>
        </p:txBody>
      </p:sp>
      <p:sp>
        <p:nvSpPr>
          <p:cNvPr id="13" name="Rectangle 12"/>
          <p:cNvSpPr/>
          <p:nvPr/>
        </p:nvSpPr>
        <p:spPr>
          <a:xfrm>
            <a:off x="8437168" y="1645920"/>
            <a:ext cx="1086307" cy="822960"/>
          </a:xfrm>
          <a:prstGeom prst="rect">
            <a:avLst/>
          </a:prstGeom>
          <a:solidFill>
            <a:srgbClr val="F5F0DC"/>
          </a:solidFill>
          <a:ln w="9525">
            <a:solidFill>
              <a:srgbClr val="7882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1E1E1E"/>
                </a:solidFill>
              </a:rPr>
              <a:t>CFO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4327854.5" y="1280160"/>
            <a:ext cx="1783080.0" cy="36576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110934.5" y="1280160"/>
            <a:ext cx="1783080.0" cy="36576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2119578.5" y="2468880"/>
            <a:ext cx="2208276.0" cy="36576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